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</p:sldIdLst>
  <p:sldSz cx="18288000" cy="10287000"/>
  <p:notesSz cx="6858000" cy="9144000"/>
  <p:embeddedFontLst>
    <p:embeddedFont>
      <p:font typeface="Tahoma" panose="020B0604030504040204" pitchFamily="34" charset="0"/>
      <p:regular r:id="rId11"/>
      <p:bold r:id="rId12"/>
    </p:embeddedFont>
    <p:embeddedFont>
      <p:font typeface="Tajawal" panose="020B0604020202020204" charset="-78"/>
      <p:regular r:id="rId13"/>
      <p:bold r:id="rId14"/>
    </p:embeddedFont>
    <p:embeddedFont>
      <p:font typeface="Tajawal Bold" panose="020B0604020202020204" charset="-78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492"/>
    <a:srgbClr val="1A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 autoAdjust="0"/>
    <p:restoredTop sz="94550" autoAdjust="0"/>
  </p:normalViewPr>
  <p:slideViewPr>
    <p:cSldViewPr>
      <p:cViewPr varScale="1">
        <p:scale>
          <a:sx n="52" d="100"/>
          <a:sy n="52" d="100"/>
        </p:scale>
        <p:origin x="43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42062-3C36-4E1C-BE99-8DE0E2A080D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AD6EB-CF98-436E-AAC2-80AFA52A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1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AD6EB-CF98-436E-AAC2-80AFA52A19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9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svg"/><Relationship Id="rId7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4.png"/><Relationship Id="rId10" Type="http://schemas.openxmlformats.org/officeDocument/2006/relationships/image" Target="../media/image10.jpg"/><Relationship Id="rId4" Type="http://schemas.openxmlformats.org/officeDocument/2006/relationships/image" Target="../media/image3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2.svg"/><Relationship Id="rId7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4.png"/><Relationship Id="rId10" Type="http://schemas.openxmlformats.org/officeDocument/2006/relationships/image" Target="../media/image16.jpg"/><Relationship Id="rId4" Type="http://schemas.openxmlformats.org/officeDocument/2006/relationships/image" Target="../media/image3.pn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2.svg"/><Relationship Id="rId7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5" Type="http://schemas.openxmlformats.org/officeDocument/2006/relationships/image" Target="../media/image4.png"/><Relationship Id="rId10" Type="http://schemas.openxmlformats.org/officeDocument/2006/relationships/image" Target="../media/image22.jpg"/><Relationship Id="rId4" Type="http://schemas.openxmlformats.org/officeDocument/2006/relationships/image" Target="../media/image3.png"/><Relationship Id="rId9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.svg"/><Relationship Id="rId7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11" Type="http://schemas.openxmlformats.org/officeDocument/2006/relationships/image" Target="../media/image29.jpg"/><Relationship Id="rId5" Type="http://schemas.openxmlformats.org/officeDocument/2006/relationships/image" Target="../media/image4.png"/><Relationship Id="rId10" Type="http://schemas.openxmlformats.org/officeDocument/2006/relationships/image" Target="../media/image28.jpg"/><Relationship Id="rId4" Type="http://schemas.openxmlformats.org/officeDocument/2006/relationships/image" Target="../media/image3.png"/><Relationship Id="rId9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.svg"/><Relationship Id="rId7" Type="http://schemas.openxmlformats.org/officeDocument/2006/relationships/image" Target="../media/image3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11" Type="http://schemas.openxmlformats.org/officeDocument/2006/relationships/image" Target="../media/image34.jpg"/><Relationship Id="rId5" Type="http://schemas.openxmlformats.org/officeDocument/2006/relationships/image" Target="../media/image4.png"/><Relationship Id="rId10" Type="http://schemas.openxmlformats.org/officeDocument/2006/relationships/image" Target="../media/image33.jpg"/><Relationship Id="rId4" Type="http://schemas.openxmlformats.org/officeDocument/2006/relationships/image" Target="../media/image3.png"/><Relationship Id="rId9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2.svg"/><Relationship Id="rId7" Type="http://schemas.openxmlformats.org/officeDocument/2006/relationships/image" Target="../media/image3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5" Type="http://schemas.openxmlformats.org/officeDocument/2006/relationships/image" Target="../media/image4.png"/><Relationship Id="rId10" Type="http://schemas.openxmlformats.org/officeDocument/2006/relationships/image" Target="../media/image39.jpg"/><Relationship Id="rId4" Type="http://schemas.openxmlformats.org/officeDocument/2006/relationships/image" Target="../media/image3.png"/><Relationship Id="rId9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67610" y="3695866"/>
            <a:ext cx="12596011" cy="115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9596"/>
              </a:lnSpc>
            </a:pPr>
            <a:r>
              <a:rPr lang="ar-SA" sz="7865" b="1" dirty="0">
                <a:solidFill>
                  <a:srgbClr val="1A345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jawal Bold"/>
                <a:rtl/>
              </a:rPr>
              <a:t>التقرير الفني لحالة المبنى</a:t>
            </a:r>
            <a:endParaRPr lang="ar-EG" sz="7865" b="1" dirty="0">
              <a:solidFill>
                <a:srgbClr val="1A345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jawal Bold"/>
              <a:rtl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00800" y="5460697"/>
            <a:ext cx="7410441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082"/>
              </a:lnSpc>
            </a:pPr>
            <a:r>
              <a:rPr lang="ar-SA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اسم المدرسة </a:t>
            </a:r>
            <a:r>
              <a:rPr lang="ar-EG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:</a:t>
            </a:r>
            <a:r>
              <a:rPr lang="ar-SA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 ابتدائية المستقبل </a:t>
            </a:r>
          </a:p>
          <a:p>
            <a:pPr algn="r" rtl="1">
              <a:lnSpc>
                <a:spcPts val="5082"/>
              </a:lnSpc>
            </a:pPr>
            <a:r>
              <a:rPr lang="ar-SA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الرقم الوزاري </a:t>
            </a:r>
            <a:r>
              <a:rPr lang="ar-EG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:</a:t>
            </a:r>
            <a:r>
              <a:rPr lang="ar-SA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61183</a:t>
            </a:r>
            <a:endParaRPr lang="ar-EG" sz="4165" dirty="0">
              <a:solidFill>
                <a:srgbClr val="083144"/>
              </a:solidFill>
              <a:latin typeface="Tajawal"/>
              <a:ea typeface="Tajawal"/>
              <a:cs typeface="Tajawal"/>
              <a:sym typeface="Tajawal"/>
              <a:rtl/>
            </a:endParaRPr>
          </a:p>
          <a:p>
            <a:pPr algn="r" rtl="1">
              <a:lnSpc>
                <a:spcPts val="5082"/>
              </a:lnSpc>
            </a:pPr>
            <a:r>
              <a:rPr lang="ar-EG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التاريخ:</a:t>
            </a:r>
            <a:r>
              <a:rPr lang="ar-SA" sz="4165" dirty="0">
                <a:solidFill>
                  <a:srgbClr val="083144"/>
                </a:solidFill>
                <a:latin typeface="Tajawal"/>
                <a:ea typeface="Tajawal"/>
                <a:cs typeface="Tajawal"/>
                <a:sym typeface="Tajawal"/>
                <a:rtl/>
              </a:rPr>
              <a:t>1/10/2026</a:t>
            </a:r>
            <a:endParaRPr lang="ar-EG" sz="4165" dirty="0">
              <a:solidFill>
                <a:srgbClr val="083144"/>
              </a:solidFill>
              <a:latin typeface="Tajawal"/>
              <a:ea typeface="Tajawal"/>
              <a:cs typeface="Tajawal"/>
              <a:sym typeface="Tajawal"/>
              <a:rtl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201900" y="-205175"/>
            <a:ext cx="4114800" cy="12344400"/>
            <a:chOff x="0" y="0"/>
            <a:chExt cx="5486400" cy="16459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96022" y="635816"/>
            <a:ext cx="4446158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" panose="00000500000000000000" pitchFamily="2" charset="-78"/>
                <a:ea typeface="Tajawal Bold"/>
                <a:cs typeface="Tajawal" panose="00000500000000000000" pitchFamily="2" charset="-78"/>
                <a:sym typeface="Tajawal Bold"/>
                <a:rtl/>
              </a:rPr>
              <a:t>إجمالي الملاحظات</a:t>
            </a:r>
          </a:p>
        </p:txBody>
      </p:sp>
      <p:sp>
        <p:nvSpPr>
          <p:cNvPr id="7" name="Freeform 7"/>
          <p:cNvSpPr/>
          <p:nvPr/>
        </p:nvSpPr>
        <p:spPr>
          <a:xfrm>
            <a:off x="10550846" y="9936214"/>
            <a:ext cx="4470453" cy="469398"/>
          </a:xfrm>
          <a:custGeom>
            <a:avLst/>
            <a:gdLst/>
            <a:ahLst/>
            <a:cxnLst/>
            <a:rect l="l" t="t" r="r" b="b"/>
            <a:pathLst>
              <a:path w="4470453" h="469398">
                <a:moveTo>
                  <a:pt x="0" y="0"/>
                </a:moveTo>
                <a:lnTo>
                  <a:pt x="4470452" y="0"/>
                </a:lnTo>
                <a:lnTo>
                  <a:pt x="4470452" y="469398"/>
                </a:lnTo>
                <a:lnTo>
                  <a:pt x="0" y="469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6723001" y="-350786"/>
            <a:ext cx="4114800" cy="12344400"/>
            <a:chOff x="0" y="0"/>
            <a:chExt cx="5486400" cy="1645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9B55C657-5272-375F-93F7-4443DB033F15}"/>
              </a:ext>
            </a:extLst>
          </p:cNvPr>
          <p:cNvSpPr/>
          <p:nvPr/>
        </p:nvSpPr>
        <p:spPr>
          <a:xfrm>
            <a:off x="1697412" y="1866900"/>
            <a:ext cx="14152188" cy="7086600"/>
          </a:xfrm>
          <a:prstGeom prst="rect">
            <a:avLst/>
          </a:prstGeom>
          <a:noFill/>
          <a:ln w="571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1" anchor="t"/>
          <a:lstStyle/>
          <a:p>
            <a:pPr algn="r"/>
            <a:endParaRPr lang="ar-SA" dirty="0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14E7A85F-0D78-C244-DCF8-7183A2FE8D33}"/>
              </a:ext>
            </a:extLst>
          </p:cNvPr>
          <p:cNvSpPr txBox="1"/>
          <p:nvPr/>
        </p:nvSpPr>
        <p:spPr>
          <a:xfrm>
            <a:off x="1537896" y="2272555"/>
            <a:ext cx="1363268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/>
            <a:r>
              <a:rPr lang="ar-SA" sz="3200" dirty="0"/>
              <a:t>- معالجة دهانات داخلية 680 متر مربع </a:t>
            </a:r>
          </a:p>
          <a:p>
            <a:pPr lvl="1" algn="r"/>
            <a:r>
              <a:rPr lang="ar-SA" sz="3200" dirty="0"/>
              <a:t>-ازالة ملصقات من نوافذ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حماية الاسلاك المكشوفة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نظافة الممرات الداخلية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صيانة </a:t>
            </a:r>
            <a:r>
              <a:rPr lang="ar-SA" sz="3200" dirty="0" err="1"/>
              <a:t>السيوفونات</a:t>
            </a:r>
            <a:r>
              <a:rPr lang="ar-SA" sz="3200" dirty="0"/>
              <a:t>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ترتيب ونظافة الرجيع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نظافة دورات </a:t>
            </a:r>
            <a:r>
              <a:rPr lang="ar-SA" sz="3200" dirty="0" err="1"/>
              <a:t>المياة</a:t>
            </a:r>
            <a:endParaRPr lang="ar-SA" sz="3200" dirty="0"/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نظافة الصالة الرياضية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زيادة </a:t>
            </a:r>
            <a:r>
              <a:rPr lang="ar-SA" sz="3200" dirty="0" err="1"/>
              <a:t>دولايب</a:t>
            </a:r>
            <a:r>
              <a:rPr lang="ar-SA" sz="3200" dirty="0"/>
              <a:t> مواد نظافة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توريد مواد نظافة </a:t>
            </a:r>
          </a:p>
          <a:p>
            <a:pPr marL="800100" lvl="1" indent="-342900" algn="r">
              <a:buFontTx/>
              <a:buChar char="-"/>
            </a:pPr>
            <a:r>
              <a:rPr lang="ar-SA" sz="3200" dirty="0"/>
              <a:t>تنظيف غرفة الكهرباء </a:t>
            </a:r>
            <a:endParaRPr lang="ar-SA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/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C48E94D6-11BB-9C92-BEBD-B82147C25ECB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D210C5EC-9BA0-438C-A792-9F53E2715DDF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C3C4E9E5-0A18-A12C-C6B9-6E731834ABF2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B59137C0-943D-A5FB-129A-951305ABC5E3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9FC713E3-567B-63E0-986D-23822603B1E1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3FF9586A-580B-1C40-4B1F-E56CA52AF09A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207E-2868-DCB1-A5D0-65FFD84D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5F2FF2-81C8-FC19-3F2B-114C243EA6FD}"/>
              </a:ext>
            </a:extLst>
          </p:cNvPr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18F6548-466C-4178-5B4C-E749DFBB416F}"/>
                </a:ext>
              </a:extLst>
            </p:cNvPr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162A138-AB58-F08A-96B0-8BF033E9051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4D75DB3-47CB-28F3-408A-2CA37260178B}"/>
                </a:ext>
              </a:extLst>
            </p:cNvPr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9051E45-9BF4-638C-6AC8-44F96E83B99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419414A-A788-D723-5707-F6ADEEF5210D}"/>
                </a:ext>
              </a:extLst>
            </p:cNvPr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BC31E42-71EC-63E4-4EDD-515C701A89D9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115B6E0-3DB8-7E48-6AF7-4359DE91CA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9F07ABB1-FE6C-E0DE-BCF5-33A269879498}"/>
                </a:ext>
              </a:extLst>
            </p:cNvPr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2A29702-652C-4D1B-28DD-CB89A9F1413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BCA2586-711A-F273-06D1-099161295BB5}"/>
                </a:ext>
              </a:extLst>
            </p:cNvPr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1EE980A-C0BE-147C-BCA8-E00DA36BB599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A960EB4-00D2-F4C2-95C2-284C37AA21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921A06C-CFB0-BAFD-3A5B-8FE53CE02869}"/>
                </a:ext>
              </a:extLst>
            </p:cNvPr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1B82BB5-056F-71E3-559C-D6E49033684D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59552FAE-4260-C34F-9254-1CDCB32571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E45E81F-18F4-8172-9F2A-90B156058955}"/>
                </a:ext>
              </a:extLst>
            </p:cNvPr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7CEC691-3C3E-F7B7-7FF4-A0D5126D41D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43D0AD0D-3770-917B-3889-371EB14E1BC2}"/>
                </a:ext>
              </a:extLst>
            </p:cNvPr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03D67804-137E-9791-D217-1DABB27161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7E4DC997-412A-1FD6-860B-B11BA4349FF9}"/>
                </a:ext>
              </a:extLst>
            </p:cNvPr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1219C6D9-2D2B-E03A-1C66-AE46B207918D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3C4D265-1FFC-737F-BE6E-D205D3895B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05BE26C-F3E1-A276-46D5-D07D8D7E7BF9}"/>
                </a:ext>
              </a:extLst>
            </p:cNvPr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4EB38B6C-B695-3120-84B8-3CD70324C11F}"/>
                </a:ext>
              </a:extLst>
            </p:cNvPr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DE6FD3C3-321A-07AE-7F29-A2BA813C9058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C1E482AD-B9B2-CF5A-39C5-B96925A26F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F0960350-F0EE-0B08-4CD2-A730C5DB8D45}"/>
                </a:ext>
              </a:extLst>
            </p:cNvPr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3E60D217-CAAC-B98B-D9F8-A4CDE5FD4D74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>
                <a:extLst>
                  <a:ext uri="{FF2B5EF4-FFF2-40B4-BE49-F238E27FC236}">
                    <a16:creationId xmlns:a16="http://schemas.microsoft.com/office/drawing/2014/main" id="{86D51911-A6BB-AF4A-D558-C00C323A85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93736F30-C404-CD87-201A-A5C23E9BE55A}"/>
              </a:ext>
            </a:extLst>
          </p:cNvPr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38DB79BE-0542-F31B-7D0B-F406A1A69E34}"/>
              </a:ext>
            </a:extLst>
          </p:cNvPr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9676ECDB-26D0-EC6E-C2D2-EB77E455EEB2}"/>
                </a:ext>
              </a:extLst>
            </p:cNvPr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FF1FFBF-495D-ED5F-0C53-48667F556203}"/>
                </a:ext>
              </a:extLst>
            </p:cNvPr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E0A12EC-3A97-B00B-1B1F-94DA561C2CE3}"/>
                </a:ext>
              </a:extLst>
            </p:cNvPr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6408875C-10DC-5045-D5E7-64ED43AE6F47}"/>
              </a:ext>
            </a:extLst>
          </p:cNvPr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E78DAEA4-4673-0A71-8DDD-220B413B427D}"/>
                </a:ext>
              </a:extLst>
            </p:cNvPr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C5F16CD6-C93E-9984-9FE3-C209461CF340}"/>
              </a:ext>
            </a:extLst>
          </p:cNvPr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EAB0BA62-3D1B-0D44-B79A-6CCD8E26B484}"/>
                </a:ext>
              </a:extLst>
            </p:cNvPr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D8890EEA-1B89-D5C6-1DE6-7D9BBE435917}"/>
              </a:ext>
            </a:extLst>
          </p:cNvPr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336C71C7-2170-2306-7856-4FC4E2153572}"/>
                </a:ext>
              </a:extLst>
            </p:cNvPr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DDE55D02-5C26-54B9-83D4-3E4F3D745A23}"/>
              </a:ext>
            </a:extLst>
          </p:cNvPr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9A483FDA-B4C5-13AE-B5A5-4F05C3B3B5D3}"/>
                </a:ext>
              </a:extLst>
            </p:cNvPr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6D8D2D59-3FCF-7329-B20A-D3F3A957C05E}"/>
              </a:ext>
            </a:extLst>
          </p:cNvPr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9FA9FC1E-BDFE-BAE8-3E46-0369E159CC07}"/>
                </a:ext>
              </a:extLst>
            </p:cNvPr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313298F0-1795-7B37-25D0-CE6C845EA302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3959E056-5A21-D3D0-3501-AB284483377E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B441F906-53AC-7353-EB23-56937E05D10C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90C6803C-7158-A239-7172-1718C93A6D08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9BA82A6C-36D6-CC25-0A57-ED086EE43199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4DF16100-0F4D-7A1B-A9BF-6620CC8263FD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5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6539-BB52-E227-E30B-6F51D0A2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5F224A-AA2C-A5DA-1625-B3514B13DD85}"/>
              </a:ext>
            </a:extLst>
          </p:cNvPr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BA4646C-4B48-B246-4AB4-0B7E1DBB2BDD}"/>
                </a:ext>
              </a:extLst>
            </p:cNvPr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33973848-00AC-9B88-B36F-BC853725FFE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1930C63-F900-678E-26D9-46E8AC75C07F}"/>
                </a:ext>
              </a:extLst>
            </p:cNvPr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3F505E9-33CA-1981-C23D-4A8EA0E81DE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088FE7D-463A-1DB6-5F0C-0DD5786CE78E}"/>
                </a:ext>
              </a:extLst>
            </p:cNvPr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35876EB-CA31-7121-FA64-F8276381B554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BB9BCB4-D848-2B4A-C6B4-FE9E3EBD61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5D19B4AE-3CE4-3960-8297-1A7973F0220E}"/>
                </a:ext>
              </a:extLst>
            </p:cNvPr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9C91D06-C127-594F-1099-00FB898019C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9E13CFC-6603-6A33-95F3-10650B3819FE}"/>
                </a:ext>
              </a:extLst>
            </p:cNvPr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F6D4F21-6121-ACC6-2820-20329F5EAAFC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6F411DC-8DC5-E7AB-7199-1A279BA2E5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33944891-9275-0201-8819-2303A32525A7}"/>
                </a:ext>
              </a:extLst>
            </p:cNvPr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DFC763B1-127C-FF8C-9799-2BBDE28C9939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DBF777-0BDE-A165-AA33-33A72684DB0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7810393-F185-02DC-813F-955D26E8758A}"/>
                </a:ext>
              </a:extLst>
            </p:cNvPr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D59D093-27FF-2421-7BD4-0BF40DF0342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6C8441E7-584B-A4C5-AC1B-D14F71D6A9FC}"/>
                </a:ext>
              </a:extLst>
            </p:cNvPr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B4845C39-FAB8-BE69-6814-C67F22E8BC5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B07218EA-59B4-3C45-2558-5F449B9CA379}"/>
                </a:ext>
              </a:extLst>
            </p:cNvPr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187B665C-B663-8DCA-E4C7-95D5AC771636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9A9AFDB0-B69C-FBFB-DAF9-60EEE46C6E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78F835C-5D9A-29A6-6A52-58064FDB5BF2}"/>
                </a:ext>
              </a:extLst>
            </p:cNvPr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3A3CE95B-F93C-0972-E013-436D76B376EE}"/>
                </a:ext>
              </a:extLst>
            </p:cNvPr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27F72D9B-BA87-78B0-A6E5-A3ED74EB5595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D6FD23EA-DEE3-C16A-8EBF-9ED8B19F6C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E6EBE915-1206-6AE6-DFFE-679E36F873D5}"/>
                </a:ext>
              </a:extLst>
            </p:cNvPr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A19B4D69-543C-E9F9-B23D-7AE2303C52F8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>
                <a:extLst>
                  <a:ext uri="{FF2B5EF4-FFF2-40B4-BE49-F238E27FC236}">
                    <a16:creationId xmlns:a16="http://schemas.microsoft.com/office/drawing/2014/main" id="{095E3CA6-1FCF-4419-3DFD-5F76751117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ACEF6586-94C4-B4F8-3D62-79D87CBAA0A5}"/>
              </a:ext>
            </a:extLst>
          </p:cNvPr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B5443B76-0FF6-7DA0-30A8-8EBC0AE44837}"/>
              </a:ext>
            </a:extLst>
          </p:cNvPr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2FC040BC-7681-0B2E-BF67-0C479AD3547C}"/>
                </a:ext>
              </a:extLst>
            </p:cNvPr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6F70D5CA-73DD-1173-07E1-8A876556A31D}"/>
                </a:ext>
              </a:extLst>
            </p:cNvPr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659BB06A-2EA8-10AD-295E-EED380B71A81}"/>
                </a:ext>
              </a:extLst>
            </p:cNvPr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A4274ADB-E2EF-4316-9180-8D8F0A7DC675}"/>
              </a:ext>
            </a:extLst>
          </p:cNvPr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C1CB146E-B0F3-6054-A5DC-7CEB2C3AAF0B}"/>
                </a:ext>
              </a:extLst>
            </p:cNvPr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5D035C58-5DBC-9029-37D5-18E94282B1D6}"/>
              </a:ext>
            </a:extLst>
          </p:cNvPr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DEF26336-7E5C-FB9B-A17E-9088296F1BDB}"/>
                </a:ext>
              </a:extLst>
            </p:cNvPr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8ECA0308-995A-831A-CB55-5CDF23C22FC6}"/>
              </a:ext>
            </a:extLst>
          </p:cNvPr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58439946-A23A-318D-F49C-B508F39B075C}"/>
                </a:ext>
              </a:extLst>
            </p:cNvPr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9B8C73C-2184-4BC5-C7EC-AA228A80CA66}"/>
              </a:ext>
            </a:extLst>
          </p:cNvPr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BD3C17B2-E695-2F4A-C976-40EC807C0BDA}"/>
                </a:ext>
              </a:extLst>
            </p:cNvPr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81042176-D7DF-8CEA-0482-F9380CA1A750}"/>
              </a:ext>
            </a:extLst>
          </p:cNvPr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ABD87D47-2CCA-2A70-C1EA-8B90FC982C99}"/>
                </a:ext>
              </a:extLst>
            </p:cNvPr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DADD788A-50CD-CA33-8FB2-37D9F6AD1702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BF14E6CE-BBEE-9653-170C-B43B034A6C49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1837EB30-B284-1657-F931-DC174957D39C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57AA03C8-45D1-4D26-A56C-31D324BE8F89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5F55285E-7D39-0C35-2DF6-90CC5C3DE3FD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9751FD5E-FA8D-3DF0-0ADA-E6183E23F190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F7BC-57AF-C5FF-A77B-0C47D056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AA5B0A-846A-152F-3D55-7F1C9CE9B008}"/>
              </a:ext>
            </a:extLst>
          </p:cNvPr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D56AC8C-9EAC-015E-1E3B-54652F7437B0}"/>
                </a:ext>
              </a:extLst>
            </p:cNvPr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9206344-2E47-B529-CC84-D2A19D174E1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02CBEF1-E487-E19D-CAF9-930436788C03}"/>
                </a:ext>
              </a:extLst>
            </p:cNvPr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81C3CF5-E5B5-3CD7-57E2-F39401D77B3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75AF6AD-654D-411D-1019-8298D593D139}"/>
                </a:ext>
              </a:extLst>
            </p:cNvPr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5B2A4FF-4CCC-A218-1A8E-878F0BFF7171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B543E2D-204B-4FA4-D9FA-E63C06D38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A7C22881-F18B-BC3F-16F4-6F7D763769C8}"/>
                </a:ext>
              </a:extLst>
            </p:cNvPr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27B0657-332F-E325-E79F-6E93BAE6D3A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1A394CF-C63E-319D-8735-C279C427CB3B}"/>
                </a:ext>
              </a:extLst>
            </p:cNvPr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8C1153F-F285-4A82-5AF3-C0181147F4A3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587C422-49E6-29AA-1005-CBA181F36C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FEEFB93-2969-8692-77D4-5D38032E6346}"/>
                </a:ext>
              </a:extLst>
            </p:cNvPr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9CEF57D8-2F21-70A3-46CB-D76D5E2ABBBF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C67951A9-B142-B538-FB36-12601A0203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E89CC67C-E064-8BD1-DB9C-9177F1DACBDD}"/>
                </a:ext>
              </a:extLst>
            </p:cNvPr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5A457C7-0E89-55DB-B910-86EE33227A5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3E34B5FE-3270-ACFA-9EA5-ECC94F91F7B4}"/>
                </a:ext>
              </a:extLst>
            </p:cNvPr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095F5FC6-68C9-DCBC-113B-3B65AC21BC1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54FF1D7F-687B-9A9F-4AE4-1F23A7A12EB8}"/>
                </a:ext>
              </a:extLst>
            </p:cNvPr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41FFEEF-6F29-800D-DE8C-CE24EFEC846E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2B7635D2-3951-51B9-1B6A-7F2930355A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93FDACF-E07D-148A-BB5C-7337AF5E6320}"/>
                </a:ext>
              </a:extLst>
            </p:cNvPr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B1AAD8F1-CEC0-8817-836D-9E56A01E1875}"/>
                </a:ext>
              </a:extLst>
            </p:cNvPr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6BE49D7F-48E9-8118-C8AF-DFEBB9ACB046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96C09034-E6C3-847D-614B-F119523D39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C5AED6D0-D464-6564-D2ED-66E1782464E5}"/>
                </a:ext>
              </a:extLst>
            </p:cNvPr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EB5E216C-F0A4-5E5E-97FC-1FAE9420CF4B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>
                <a:extLst>
                  <a:ext uri="{FF2B5EF4-FFF2-40B4-BE49-F238E27FC236}">
                    <a16:creationId xmlns:a16="http://schemas.microsoft.com/office/drawing/2014/main" id="{292EE795-015D-7D74-21C1-C3363BC8EB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31571180-661F-7B76-A441-E32B5CC3722C}"/>
              </a:ext>
            </a:extLst>
          </p:cNvPr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623CA99D-05C7-EECE-CED6-C33A283AC474}"/>
              </a:ext>
            </a:extLst>
          </p:cNvPr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6C925AD1-C4A1-6AC4-8174-51C59EC3D99A}"/>
                </a:ext>
              </a:extLst>
            </p:cNvPr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18D5A9-F73C-532B-D090-173D59155DD2}"/>
                </a:ext>
              </a:extLst>
            </p:cNvPr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1B2DE5E5-EFB6-1FEB-E67D-A4A1196B7F8A}"/>
                </a:ext>
              </a:extLst>
            </p:cNvPr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9C50EF37-CF9E-7194-434E-AA2AA1E8D276}"/>
              </a:ext>
            </a:extLst>
          </p:cNvPr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C9336880-A072-C3B3-20C4-FFA91DEEF2A1}"/>
                </a:ext>
              </a:extLst>
            </p:cNvPr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6D69AE44-3409-EA98-DC8B-28D0E44D8987}"/>
              </a:ext>
            </a:extLst>
          </p:cNvPr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B900C785-CAF9-89DF-A9C9-20476CAAFD85}"/>
                </a:ext>
              </a:extLst>
            </p:cNvPr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D094F081-87D1-95DB-6E9E-233D6F357DAE}"/>
              </a:ext>
            </a:extLst>
          </p:cNvPr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DE0843F-6FED-AC02-2A3F-F8A9CDC643BC}"/>
                </a:ext>
              </a:extLst>
            </p:cNvPr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0D9AC380-DFC3-B77A-0627-47049C55E00F}"/>
              </a:ext>
            </a:extLst>
          </p:cNvPr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C4051353-370A-8C66-5B66-7C87F35026C9}"/>
                </a:ext>
              </a:extLst>
            </p:cNvPr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322C178D-4BA9-260A-9136-9DF36EC654D3}"/>
              </a:ext>
            </a:extLst>
          </p:cNvPr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B229AD73-9840-C4EB-8F45-E5988301CCD7}"/>
                </a:ext>
              </a:extLst>
            </p:cNvPr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7F037DA6-A66E-5AA7-336B-36E39045C4D5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92E21CA8-8920-C9D6-A23D-1FD2D3207D46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D34A8201-4995-30FD-0274-ABF19F7F9774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B21C94FD-8B0C-19FC-F323-32B47474F7B5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C141D28C-079E-CCB0-7FA8-C6687A356CF4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3206D9D2-739D-A045-DECC-CA1872C9F332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3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248C-59A4-54C4-349A-9EF7474A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D02D3B-A5C6-8A74-1A09-168EC4532035}"/>
              </a:ext>
            </a:extLst>
          </p:cNvPr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34A7266-F7CB-FE82-923E-82292FF88AE3}"/>
                </a:ext>
              </a:extLst>
            </p:cNvPr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B8FED8E-A47F-453B-1CF0-7EE1A401831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E16518D-B57F-A227-7CD4-A26A5369D323}"/>
                </a:ext>
              </a:extLst>
            </p:cNvPr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6B4D22D6-B16E-7C18-27D1-4D4A8D4F2A4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2F2FB5B-66D5-01D7-4265-D295506BDC1F}"/>
                </a:ext>
              </a:extLst>
            </p:cNvPr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89245C6-A16C-E8A5-733B-C53BAC92B2A6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B984E84-DEE9-6D41-C8AA-80E02F5EE3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74F20F6-447A-078E-115B-333F88A5DAE5}"/>
                </a:ext>
              </a:extLst>
            </p:cNvPr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AF4E047A-431E-F640-6EE9-952E63C2980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C086CF7-7788-C488-C684-384B8AAA7FE9}"/>
                </a:ext>
              </a:extLst>
            </p:cNvPr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F1FF04A-BB0F-7128-C8D4-F06C706B6A83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394DB53-848C-41CC-25DA-6B318C8FBA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63DB323-1F40-A401-86E7-7D1A7943E47E}"/>
                </a:ext>
              </a:extLst>
            </p:cNvPr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5AADB7F-B963-9A6A-1BFC-CB2B1927925C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131A8306-3F39-4163-A002-F02006186C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CC4C596-78C5-7A03-B36E-337FD1DF95E2}"/>
                </a:ext>
              </a:extLst>
            </p:cNvPr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F0A5C7EF-3402-0FE2-F91C-563130FE53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14F16DCD-DA44-3475-7F24-512F478B265B}"/>
                </a:ext>
              </a:extLst>
            </p:cNvPr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3C55B328-3519-FFBA-DC08-720B0009ABE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B44F8954-4C64-14FD-DB4B-9962758E5137}"/>
                </a:ext>
              </a:extLst>
            </p:cNvPr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422325AE-2DDA-FD4D-9858-8DF1E1A43860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A99D86DF-E8F2-2CCB-8115-9A06CFB116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897FE39-F279-C13F-E607-FE60A6C75125}"/>
                </a:ext>
              </a:extLst>
            </p:cNvPr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0BE17149-AB71-37B1-468D-560F5F2370C1}"/>
                </a:ext>
              </a:extLst>
            </p:cNvPr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82AD3C04-0203-C8B9-7CD3-E589D57FE31B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3BB699A3-F814-684C-4B39-E040DFA998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A0349F1B-9179-9A5B-F6DB-B25B873E9DD4}"/>
                </a:ext>
              </a:extLst>
            </p:cNvPr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2729E33E-89FD-9B26-B7CB-F471BA3DA3AB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>
                <a:extLst>
                  <a:ext uri="{FF2B5EF4-FFF2-40B4-BE49-F238E27FC236}">
                    <a16:creationId xmlns:a16="http://schemas.microsoft.com/office/drawing/2014/main" id="{F723A39C-567F-6D5E-23DF-7E434E1607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D416F895-195B-1298-42DD-C35906101936}"/>
              </a:ext>
            </a:extLst>
          </p:cNvPr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3D1BC80C-5031-2EE4-3B3E-1AA180632083}"/>
              </a:ext>
            </a:extLst>
          </p:cNvPr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45B7D2CF-47EE-081B-6D20-0D72425E5AAC}"/>
                </a:ext>
              </a:extLst>
            </p:cNvPr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07E5EAA-0717-06D1-6471-1F0262449481}"/>
                </a:ext>
              </a:extLst>
            </p:cNvPr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251E6E8-DDA9-1017-8AF6-E3CD6C72FFE3}"/>
                </a:ext>
              </a:extLst>
            </p:cNvPr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1664B3C8-25A9-E6FB-A2F8-9308A7C78CAA}"/>
              </a:ext>
            </a:extLst>
          </p:cNvPr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3C9135B9-9DC4-DEBB-35A8-1FDF2C5E4946}"/>
                </a:ext>
              </a:extLst>
            </p:cNvPr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4A2A3B7E-70E6-2201-D076-FD0696016D71}"/>
              </a:ext>
            </a:extLst>
          </p:cNvPr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686E8B95-3405-3CCF-1328-D81F08793771}"/>
                </a:ext>
              </a:extLst>
            </p:cNvPr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5969F4E5-989D-2C3E-01C5-A9826F81B8BB}"/>
              </a:ext>
            </a:extLst>
          </p:cNvPr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763886D1-AFC4-1313-2DA8-B49FBCB3B113}"/>
                </a:ext>
              </a:extLst>
            </p:cNvPr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10AB3EE-661A-F110-34E1-6766331D84EC}"/>
              </a:ext>
            </a:extLst>
          </p:cNvPr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96182257-A825-1E1C-F566-5275A82089EE}"/>
                </a:ext>
              </a:extLst>
            </p:cNvPr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C67DAA65-F207-F6C5-C422-F875BE8DDE18}"/>
              </a:ext>
            </a:extLst>
          </p:cNvPr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30183233-7AFB-83DA-FC26-EA1EE24E58F0}"/>
                </a:ext>
              </a:extLst>
            </p:cNvPr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EB37637C-A7C8-3796-BA97-4C902B0F87BA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53B131F5-2B9A-A9C1-344D-39DB6E09F2BC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E71F9F85-6980-2C63-E2C2-191EB67585C9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9B7576F5-FA70-F403-1221-6646136760DF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CB2F0F7E-F554-39F1-B131-DD0B0F96C4E7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47E27A8A-1A44-C35C-0D44-8AD9F0D79339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4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6C9A-C260-9502-B04C-501C78E1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32E278-6367-AEC0-CA92-F99A96CA6E16}"/>
              </a:ext>
            </a:extLst>
          </p:cNvPr>
          <p:cNvGrpSpPr/>
          <p:nvPr/>
        </p:nvGrpSpPr>
        <p:grpSpPr>
          <a:xfrm>
            <a:off x="3025014" y="1483043"/>
            <a:ext cx="12428520" cy="8517002"/>
            <a:chOff x="0" y="0"/>
            <a:chExt cx="16571360" cy="1135600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25DAFF8-5C74-B007-FFA0-52DB75F5A158}"/>
                </a:ext>
              </a:extLst>
            </p:cNvPr>
            <p:cNvGrpSpPr/>
            <p:nvPr/>
          </p:nvGrpSpPr>
          <p:grpSpPr>
            <a:xfrm>
              <a:off x="236428" y="6294379"/>
              <a:ext cx="4720235" cy="472023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F8DC1D0-D7BE-3334-D5D3-C6AF77F1E95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15675D6-E3FA-11C4-DE4E-F63DCE9B439D}"/>
                </a:ext>
              </a:extLst>
            </p:cNvPr>
            <p:cNvGrpSpPr/>
            <p:nvPr/>
          </p:nvGrpSpPr>
          <p:grpSpPr>
            <a:xfrm>
              <a:off x="5923961" y="6294379"/>
              <a:ext cx="4720235" cy="4720235"/>
              <a:chOff x="0" y="0"/>
              <a:chExt cx="812800" cy="8128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3A9D711-08E8-1A67-3FB4-4044BA6F831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0222F53-12B6-070A-CD6A-2EFA58AA316B}"/>
                </a:ext>
              </a:extLst>
            </p:cNvPr>
            <p:cNvGrpSpPr/>
            <p:nvPr/>
          </p:nvGrpSpPr>
          <p:grpSpPr>
            <a:xfrm>
              <a:off x="11310575" y="5952988"/>
              <a:ext cx="5260785" cy="5403016"/>
              <a:chOff x="0" y="0"/>
              <a:chExt cx="1159354" cy="119069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0985AC4-0CA0-A623-B239-28F93B62AB16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0DB2CA4-AB0C-D11E-E81A-9B0BB978B13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5AFA58EC-2E46-D0F6-D1A3-AC08FE4A3874}"/>
                </a:ext>
              </a:extLst>
            </p:cNvPr>
            <p:cNvGrpSpPr/>
            <p:nvPr/>
          </p:nvGrpSpPr>
          <p:grpSpPr>
            <a:xfrm>
              <a:off x="11614698" y="6294379"/>
              <a:ext cx="4720235" cy="4720235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132C515C-FF16-7E73-DB77-DC6D5C500C6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CD520D4-757A-F421-51B9-1302912D4799}"/>
                </a:ext>
              </a:extLst>
            </p:cNvPr>
            <p:cNvGrpSpPr/>
            <p:nvPr/>
          </p:nvGrpSpPr>
          <p:grpSpPr>
            <a:xfrm>
              <a:off x="0" y="5952988"/>
              <a:ext cx="5260785" cy="5403016"/>
              <a:chOff x="0" y="0"/>
              <a:chExt cx="1159354" cy="1190698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A9610AC-5649-6A31-F577-9E9B29E7F82A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45806C1-BC91-692C-BCA4-2A4F24D370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3769BF4A-2B96-39B3-3E75-DEFD038A6847}"/>
                </a:ext>
              </a:extLst>
            </p:cNvPr>
            <p:cNvGrpSpPr/>
            <p:nvPr/>
          </p:nvGrpSpPr>
          <p:grpSpPr>
            <a:xfrm>
              <a:off x="5653685" y="5952988"/>
              <a:ext cx="5260785" cy="5403016"/>
              <a:chOff x="0" y="0"/>
              <a:chExt cx="1159354" cy="119069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685C964-D2D9-68A3-3D3A-D39EF40CF747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C800331-0E2F-935E-4B0D-9942C708A7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3EB4605A-AAEB-E6DA-044E-9C549C7C5153}"/>
                </a:ext>
              </a:extLst>
            </p:cNvPr>
            <p:cNvGrpSpPr/>
            <p:nvPr/>
          </p:nvGrpSpPr>
          <p:grpSpPr>
            <a:xfrm>
              <a:off x="236428" y="341391"/>
              <a:ext cx="4720235" cy="4720235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94D4C9A-3529-B446-DFFB-18940443024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1FF43A50-7F76-A119-3A71-E08EE65665F4}"/>
                </a:ext>
              </a:extLst>
            </p:cNvPr>
            <p:cNvGrpSpPr/>
            <p:nvPr/>
          </p:nvGrpSpPr>
          <p:grpSpPr>
            <a:xfrm>
              <a:off x="5923961" y="341391"/>
              <a:ext cx="4720235" cy="4720235"/>
              <a:chOff x="0" y="0"/>
              <a:chExt cx="812800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3D1A4B4B-7659-D322-8E2B-0B91BEB45C7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0298" y="0"/>
                    </a:moveTo>
                    <a:lnTo>
                      <a:pt x="762502" y="0"/>
                    </a:lnTo>
                    <a:cubicBezTo>
                      <a:pt x="775842" y="0"/>
                      <a:pt x="788635" y="5299"/>
                      <a:pt x="798068" y="14732"/>
                    </a:cubicBezTo>
                    <a:cubicBezTo>
                      <a:pt x="807501" y="24165"/>
                      <a:pt x="812800" y="36958"/>
                      <a:pt x="812800" y="50298"/>
                    </a:cubicBezTo>
                    <a:lnTo>
                      <a:pt x="812800" y="762502"/>
                    </a:lnTo>
                    <a:cubicBezTo>
                      <a:pt x="812800" y="775842"/>
                      <a:pt x="807501" y="788635"/>
                      <a:pt x="798068" y="798068"/>
                    </a:cubicBezTo>
                    <a:cubicBezTo>
                      <a:pt x="788635" y="807501"/>
                      <a:pt x="775842" y="812800"/>
                      <a:pt x="762502" y="812800"/>
                    </a:cubicBezTo>
                    <a:lnTo>
                      <a:pt x="50298" y="812800"/>
                    </a:lnTo>
                    <a:cubicBezTo>
                      <a:pt x="36958" y="812800"/>
                      <a:pt x="24165" y="807501"/>
                      <a:pt x="14732" y="798068"/>
                    </a:cubicBezTo>
                    <a:cubicBezTo>
                      <a:pt x="5299" y="788635"/>
                      <a:pt x="0" y="775842"/>
                      <a:pt x="0" y="762502"/>
                    </a:cubicBezTo>
                    <a:lnTo>
                      <a:pt x="0" y="50298"/>
                    </a:lnTo>
                    <a:cubicBezTo>
                      <a:pt x="0" y="36958"/>
                      <a:pt x="5299" y="24165"/>
                      <a:pt x="14732" y="14732"/>
                    </a:cubicBezTo>
                    <a:cubicBezTo>
                      <a:pt x="24165" y="5299"/>
                      <a:pt x="36958" y="0"/>
                      <a:pt x="502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F8BAE6CD-03D2-4135-8509-B9BB2F311B3C}"/>
                </a:ext>
              </a:extLst>
            </p:cNvPr>
            <p:cNvGrpSpPr/>
            <p:nvPr/>
          </p:nvGrpSpPr>
          <p:grpSpPr>
            <a:xfrm>
              <a:off x="11310575" y="0"/>
              <a:ext cx="5260785" cy="5403016"/>
              <a:chOff x="0" y="0"/>
              <a:chExt cx="1159354" cy="119069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B0EA69F1-A608-3D9C-6643-7E9C50ABA4DC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351344BC-31B7-7846-76D9-43A914D65A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ACA9EC4-1198-8DE9-E13F-690DFB23B280}"/>
                </a:ext>
              </a:extLst>
            </p:cNvPr>
            <p:cNvSpPr/>
            <p:nvPr/>
          </p:nvSpPr>
          <p:spPr>
            <a:xfrm>
              <a:off x="11614698" y="341391"/>
              <a:ext cx="4720235" cy="472023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0298" y="0"/>
                  </a:moveTo>
                  <a:lnTo>
                    <a:pt x="762502" y="0"/>
                  </a:lnTo>
                  <a:cubicBezTo>
                    <a:pt x="775842" y="0"/>
                    <a:pt x="788635" y="5299"/>
                    <a:pt x="798068" y="14732"/>
                  </a:cubicBezTo>
                  <a:cubicBezTo>
                    <a:pt x="807501" y="24165"/>
                    <a:pt x="812800" y="36958"/>
                    <a:pt x="812800" y="50298"/>
                  </a:cubicBezTo>
                  <a:lnTo>
                    <a:pt x="812800" y="762502"/>
                  </a:lnTo>
                  <a:cubicBezTo>
                    <a:pt x="812800" y="775842"/>
                    <a:pt x="807501" y="788635"/>
                    <a:pt x="798068" y="798068"/>
                  </a:cubicBezTo>
                  <a:cubicBezTo>
                    <a:pt x="788635" y="807501"/>
                    <a:pt x="775842" y="812800"/>
                    <a:pt x="762502" y="812800"/>
                  </a:cubicBezTo>
                  <a:lnTo>
                    <a:pt x="50298" y="812800"/>
                  </a:lnTo>
                  <a:cubicBezTo>
                    <a:pt x="36958" y="812800"/>
                    <a:pt x="24165" y="807501"/>
                    <a:pt x="14732" y="798068"/>
                  </a:cubicBezTo>
                  <a:cubicBezTo>
                    <a:pt x="5299" y="788635"/>
                    <a:pt x="0" y="775842"/>
                    <a:pt x="0" y="762502"/>
                  </a:cubicBezTo>
                  <a:lnTo>
                    <a:pt x="0" y="50298"/>
                  </a:lnTo>
                  <a:cubicBezTo>
                    <a:pt x="0" y="36958"/>
                    <a:pt x="5299" y="24165"/>
                    <a:pt x="14732" y="14732"/>
                  </a:cubicBezTo>
                  <a:cubicBezTo>
                    <a:pt x="24165" y="5299"/>
                    <a:pt x="36958" y="0"/>
                    <a:pt x="502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E0349275-711B-98F2-D196-D131A75E5470}"/>
                </a:ext>
              </a:extLst>
            </p:cNvPr>
            <p:cNvGrpSpPr/>
            <p:nvPr/>
          </p:nvGrpSpPr>
          <p:grpSpPr>
            <a:xfrm>
              <a:off x="0" y="0"/>
              <a:ext cx="5260785" cy="5403016"/>
              <a:chOff x="0" y="0"/>
              <a:chExt cx="1159354" cy="1190698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6483CC02-5BF2-6025-EA31-64B1299F160C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E23EF570-B041-6AFF-03AE-7497532CF5A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7814331B-C58F-7167-3EAC-ED55C3F47B39}"/>
                </a:ext>
              </a:extLst>
            </p:cNvPr>
            <p:cNvGrpSpPr/>
            <p:nvPr/>
          </p:nvGrpSpPr>
          <p:grpSpPr>
            <a:xfrm>
              <a:off x="5653685" y="0"/>
              <a:ext cx="5260785" cy="5403016"/>
              <a:chOff x="0" y="0"/>
              <a:chExt cx="1159354" cy="1190698"/>
            </a:xfrm>
          </p:grpSpPr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A9371DF7-BCD3-6884-4E75-90438303284E}"/>
                  </a:ext>
                </a:extLst>
              </p:cNvPr>
              <p:cNvSpPr/>
              <p:nvPr/>
            </p:nvSpPr>
            <p:spPr>
              <a:xfrm>
                <a:off x="0" y="0"/>
                <a:ext cx="1159354" cy="1190698"/>
              </a:xfrm>
              <a:custGeom>
                <a:avLst/>
                <a:gdLst/>
                <a:ahLst/>
                <a:cxnLst/>
                <a:rect l="l" t="t" r="r" b="b"/>
                <a:pathLst>
                  <a:path w="1159354" h="1190698">
                    <a:moveTo>
                      <a:pt x="100071" y="0"/>
                    </a:moveTo>
                    <a:lnTo>
                      <a:pt x="1059283" y="0"/>
                    </a:lnTo>
                    <a:cubicBezTo>
                      <a:pt x="1114550" y="0"/>
                      <a:pt x="1159354" y="44803"/>
                      <a:pt x="1159354" y="100071"/>
                    </a:cubicBezTo>
                    <a:lnTo>
                      <a:pt x="1159354" y="1090627"/>
                    </a:lnTo>
                    <a:cubicBezTo>
                      <a:pt x="1159354" y="1145895"/>
                      <a:pt x="1114550" y="1190698"/>
                      <a:pt x="1059283" y="1190698"/>
                    </a:cubicBezTo>
                    <a:lnTo>
                      <a:pt x="100071" y="1190698"/>
                    </a:lnTo>
                    <a:cubicBezTo>
                      <a:pt x="44803" y="1190698"/>
                      <a:pt x="0" y="1145895"/>
                      <a:pt x="0" y="1090627"/>
                    </a:cubicBezTo>
                    <a:lnTo>
                      <a:pt x="0" y="100071"/>
                    </a:lnTo>
                    <a:cubicBezTo>
                      <a:pt x="0" y="44803"/>
                      <a:pt x="44803" y="0"/>
                      <a:pt x="1000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1A345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>
                <a:extLst>
                  <a:ext uri="{FF2B5EF4-FFF2-40B4-BE49-F238E27FC236}">
                    <a16:creationId xmlns:a16="http://schemas.microsoft.com/office/drawing/2014/main" id="{2080D2D8-5247-0418-0D7F-772FD08A43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9354" cy="1228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33" name="TextBox 33">
            <a:extLst>
              <a:ext uri="{FF2B5EF4-FFF2-40B4-BE49-F238E27FC236}">
                <a16:creationId xmlns:a16="http://schemas.microsoft.com/office/drawing/2014/main" id="{68E6B043-5114-341C-4AEA-9BC5F80A2BB8}"/>
              </a:ext>
            </a:extLst>
          </p:cNvPr>
          <p:cNvSpPr txBox="1"/>
          <p:nvPr/>
        </p:nvSpPr>
        <p:spPr>
          <a:xfrm>
            <a:off x="6639744" y="304780"/>
            <a:ext cx="9497375" cy="61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128"/>
              </a:lnSpc>
            </a:pPr>
            <a:r>
              <a:rPr lang="ar-EG" sz="4203" b="1" spc="113" dirty="0">
                <a:solidFill>
                  <a:srgbClr val="083144"/>
                </a:solidFill>
                <a:latin typeface="Tajawal Bold"/>
                <a:ea typeface="Tajawal Bold"/>
                <a:cs typeface="+mj-cs"/>
                <a:sym typeface="Tajawal Bold"/>
                <a:rtl/>
              </a:rPr>
              <a:t> </a:t>
            </a:r>
            <a:r>
              <a:rPr lang="ar-SA" sz="4203" b="1" spc="113" dirty="0">
                <a:solidFill>
                  <a:srgbClr val="083144"/>
                </a:solidFill>
                <a:latin typeface="Tahoma" panose="020B0604030504040204" pitchFamily="34" charset="0"/>
                <a:ea typeface="Tahoma" panose="020B0604030504040204" pitchFamily="34" charset="0"/>
                <a:cs typeface="+mj-cs"/>
                <a:sym typeface="Tajawal Bold"/>
                <a:rtl/>
              </a:rPr>
              <a:t>صور الملاحظات وصور عامة للمبنى </a:t>
            </a:r>
            <a:endParaRPr lang="ar-EG" sz="4203" b="1" spc="113" dirty="0">
              <a:solidFill>
                <a:srgbClr val="083144"/>
              </a:solidFill>
              <a:latin typeface="Tahoma" panose="020B0604030504040204" pitchFamily="34" charset="0"/>
              <a:ea typeface="Tahoma" panose="020B0604030504040204" pitchFamily="34" charset="0"/>
              <a:cs typeface="+mj-cs"/>
              <a:sym typeface="Tajawal Bold"/>
              <a:rtl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6910D25D-B256-1220-AEB3-7DD0F77361E9}"/>
              </a:ext>
            </a:extLst>
          </p:cNvPr>
          <p:cNvGrpSpPr/>
          <p:nvPr/>
        </p:nvGrpSpPr>
        <p:grpSpPr>
          <a:xfrm>
            <a:off x="16667047" y="-196430"/>
            <a:ext cx="4114800" cy="12344400"/>
            <a:chOff x="0" y="0"/>
            <a:chExt cx="5486400" cy="164592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489DCA56-2DB5-55F1-9C9A-EE316F5E7ED5}"/>
                </a:ext>
              </a:extLst>
            </p:cNvPr>
            <p:cNvSpPr/>
            <p:nvPr/>
          </p:nvSpPr>
          <p:spPr>
            <a:xfrm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3200C7B-E4DD-2007-79EB-BD3B1D104308}"/>
                </a:ext>
              </a:extLst>
            </p:cNvPr>
            <p:cNvSpPr/>
            <p:nvPr/>
          </p:nvSpPr>
          <p:spPr>
            <a:xfrm>
              <a:off x="0" y="54864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147C1E1-FF47-F72C-51F4-662528381FDB}"/>
                </a:ext>
              </a:extLst>
            </p:cNvPr>
            <p:cNvSpPr/>
            <p:nvPr/>
          </p:nvSpPr>
          <p:spPr>
            <a:xfrm>
              <a:off x="0" y="10972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4D4FBA80-0501-AB2D-8226-C82B281C5178}"/>
              </a:ext>
            </a:extLst>
          </p:cNvPr>
          <p:cNvGrpSpPr/>
          <p:nvPr/>
        </p:nvGrpSpPr>
        <p:grpSpPr>
          <a:xfrm>
            <a:off x="1537896" y="-7620"/>
            <a:ext cx="4568497" cy="1097336"/>
            <a:chOff x="0" y="0"/>
            <a:chExt cx="8775929" cy="2107946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74DE648C-9749-4B22-F167-0AD1749613A0}"/>
                </a:ext>
              </a:extLst>
            </p:cNvPr>
            <p:cNvSpPr/>
            <p:nvPr/>
          </p:nvSpPr>
          <p:spPr>
            <a:xfrm>
              <a:off x="0" y="0"/>
              <a:ext cx="8775954" cy="2107946"/>
            </a:xfrm>
            <a:custGeom>
              <a:avLst/>
              <a:gdLst/>
              <a:ahLst/>
              <a:cxnLst/>
              <a:rect l="l" t="t" r="r" b="b"/>
              <a:pathLst>
                <a:path w="8775954" h="2107946">
                  <a:moveTo>
                    <a:pt x="0" y="2107946"/>
                  </a:moveTo>
                  <a:lnTo>
                    <a:pt x="8182229" y="2107946"/>
                  </a:lnTo>
                  <a:cubicBezTo>
                    <a:pt x="8510143" y="2107946"/>
                    <a:pt x="8775954" y="1842135"/>
                    <a:pt x="8775954" y="1514221"/>
                  </a:cubicBezTo>
                  <a:lnTo>
                    <a:pt x="8775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49C0635A-F3B3-03BD-EE93-DA3022B3FEB0}"/>
              </a:ext>
            </a:extLst>
          </p:cNvPr>
          <p:cNvGrpSpPr/>
          <p:nvPr/>
        </p:nvGrpSpPr>
        <p:grpSpPr>
          <a:xfrm rot="-10800000">
            <a:off x="-172390" y="-7620"/>
            <a:ext cx="1914620" cy="1438609"/>
            <a:chOff x="0" y="0"/>
            <a:chExt cx="3677920" cy="276352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DF93C24B-E219-6241-9A37-66CFC848262C}"/>
                </a:ext>
              </a:extLst>
            </p:cNvPr>
            <p:cNvSpPr/>
            <p:nvPr/>
          </p:nvSpPr>
          <p:spPr>
            <a:xfrm>
              <a:off x="0" y="0"/>
              <a:ext cx="3677920" cy="2763520"/>
            </a:xfrm>
            <a:custGeom>
              <a:avLst/>
              <a:gdLst/>
              <a:ahLst/>
              <a:cxnLst/>
              <a:rect l="l" t="t" r="r" b="b"/>
              <a:pathLst>
                <a:path w="3677920" h="2763520">
                  <a:moveTo>
                    <a:pt x="460629" y="0"/>
                  </a:moveTo>
                  <a:lnTo>
                    <a:pt x="3217291" y="0"/>
                  </a:lnTo>
                  <a:cubicBezTo>
                    <a:pt x="3471672" y="0"/>
                    <a:pt x="3677920" y="206248"/>
                    <a:pt x="3677920" y="460629"/>
                  </a:cubicBezTo>
                  <a:lnTo>
                    <a:pt x="3677920" y="2763520"/>
                  </a:lnTo>
                  <a:lnTo>
                    <a:pt x="0" y="2763520"/>
                  </a:lnTo>
                  <a:lnTo>
                    <a:pt x="0" y="460629"/>
                  </a:lnTo>
                  <a:cubicBezTo>
                    <a:pt x="0" y="206248"/>
                    <a:pt x="206248" y="0"/>
                    <a:pt x="460629" y="0"/>
                  </a:cubicBezTo>
                  <a:close/>
                </a:path>
              </a:pathLst>
            </a:custGeom>
            <a:solidFill>
              <a:srgbClr val="19345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9AA8CA22-E141-E179-1EFD-1AAFA945189D}"/>
              </a:ext>
            </a:extLst>
          </p:cNvPr>
          <p:cNvGrpSpPr/>
          <p:nvPr/>
        </p:nvGrpSpPr>
        <p:grpSpPr>
          <a:xfrm>
            <a:off x="-127559" y="66115"/>
            <a:ext cx="1824951" cy="1291132"/>
            <a:chOff x="0" y="0"/>
            <a:chExt cx="3505670" cy="2480221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E7B65706-4C13-F177-B671-A2DBF2E7368E}"/>
                </a:ext>
              </a:extLst>
            </p:cNvPr>
            <p:cNvSpPr/>
            <p:nvPr/>
          </p:nvSpPr>
          <p:spPr>
            <a:xfrm>
              <a:off x="0" y="0"/>
              <a:ext cx="3505708" cy="2480183"/>
            </a:xfrm>
            <a:custGeom>
              <a:avLst/>
              <a:gdLst/>
              <a:ahLst/>
              <a:cxnLst/>
              <a:rect l="l" t="t" r="r" b="b"/>
              <a:pathLst>
                <a:path w="3505708" h="2480183">
                  <a:moveTo>
                    <a:pt x="0" y="0"/>
                  </a:moveTo>
                  <a:lnTo>
                    <a:pt x="3505708" y="0"/>
                  </a:lnTo>
                  <a:lnTo>
                    <a:pt x="3505708" y="2480183"/>
                  </a:lnTo>
                  <a:lnTo>
                    <a:pt x="0" y="248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r="-67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8FAAEED-3E7C-DDF0-2090-C76AC89B4804}"/>
              </a:ext>
            </a:extLst>
          </p:cNvPr>
          <p:cNvGrpSpPr/>
          <p:nvPr/>
        </p:nvGrpSpPr>
        <p:grpSpPr>
          <a:xfrm>
            <a:off x="1734660" y="7130"/>
            <a:ext cx="4305250" cy="1015337"/>
            <a:chOff x="0" y="0"/>
            <a:chExt cx="8270240" cy="1950428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3FF5F795-2381-3A79-071E-F9ECBB8293D8}"/>
                </a:ext>
              </a:extLst>
            </p:cNvPr>
            <p:cNvSpPr/>
            <p:nvPr/>
          </p:nvSpPr>
          <p:spPr>
            <a:xfrm>
              <a:off x="0" y="0"/>
              <a:ext cx="8270240" cy="1950466"/>
            </a:xfrm>
            <a:custGeom>
              <a:avLst/>
              <a:gdLst/>
              <a:ahLst/>
              <a:cxnLst/>
              <a:rect l="l" t="t" r="r" b="b"/>
              <a:pathLst>
                <a:path w="8270240" h="1950466">
                  <a:moveTo>
                    <a:pt x="0" y="1950466"/>
                  </a:moveTo>
                  <a:lnTo>
                    <a:pt x="7720838" y="1950466"/>
                  </a:lnTo>
                  <a:cubicBezTo>
                    <a:pt x="8024241" y="1950466"/>
                    <a:pt x="8270240" y="1704467"/>
                    <a:pt x="8270240" y="1401064"/>
                  </a:cubicBezTo>
                  <a:lnTo>
                    <a:pt x="82702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492">
                <a:alpha val="5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0D829447-9CE1-0E1A-4BFF-8E2269C5BB34}"/>
              </a:ext>
            </a:extLst>
          </p:cNvPr>
          <p:cNvGrpSpPr/>
          <p:nvPr/>
        </p:nvGrpSpPr>
        <p:grpSpPr>
          <a:xfrm>
            <a:off x="1742223" y="195696"/>
            <a:ext cx="4029025" cy="648346"/>
            <a:chOff x="0" y="0"/>
            <a:chExt cx="7739621" cy="1245451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BB616C86-29B1-ED46-D032-4AFA725324D3}"/>
                </a:ext>
              </a:extLst>
            </p:cNvPr>
            <p:cNvSpPr/>
            <p:nvPr/>
          </p:nvSpPr>
          <p:spPr>
            <a:xfrm>
              <a:off x="0" y="0"/>
              <a:ext cx="7739634" cy="1245489"/>
            </a:xfrm>
            <a:custGeom>
              <a:avLst/>
              <a:gdLst/>
              <a:ahLst/>
              <a:cxnLst/>
              <a:rect l="l" t="t" r="r" b="b"/>
              <a:pathLst>
                <a:path w="7739634" h="1245489">
                  <a:moveTo>
                    <a:pt x="0" y="0"/>
                  </a:moveTo>
                  <a:lnTo>
                    <a:pt x="7739634" y="0"/>
                  </a:lnTo>
                  <a:lnTo>
                    <a:pt x="7739634" y="1245489"/>
                  </a:lnTo>
                  <a:lnTo>
                    <a:pt x="0" y="124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" r="-256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0BCAFA94-DF9F-C028-2B32-9C7F6C752C4D}"/>
              </a:ext>
            </a:extLst>
          </p:cNvPr>
          <p:cNvSpPr/>
          <p:nvPr/>
        </p:nvSpPr>
        <p:spPr>
          <a:xfrm>
            <a:off x="11792245" y="1806967"/>
            <a:ext cx="3427762" cy="3404414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A9632771-358E-E4C8-9849-38444B12CA05}"/>
              </a:ext>
            </a:extLst>
          </p:cNvPr>
          <p:cNvSpPr/>
          <p:nvPr/>
        </p:nvSpPr>
        <p:spPr>
          <a:xfrm>
            <a:off x="3283927" y="6339589"/>
            <a:ext cx="3427762" cy="34044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مستطيل 48">
            <a:extLst>
              <a:ext uri="{FF2B5EF4-FFF2-40B4-BE49-F238E27FC236}">
                <a16:creationId xmlns:a16="http://schemas.microsoft.com/office/drawing/2014/main" id="{5F9735BD-2C1E-40C7-1B18-371CA695B939}"/>
              </a:ext>
            </a:extLst>
          </p:cNvPr>
          <p:cNvSpPr/>
          <p:nvPr/>
        </p:nvSpPr>
        <p:spPr>
          <a:xfrm>
            <a:off x="7492566" y="6330963"/>
            <a:ext cx="3427762" cy="3404414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مستطيل 49">
            <a:extLst>
              <a:ext uri="{FF2B5EF4-FFF2-40B4-BE49-F238E27FC236}">
                <a16:creationId xmlns:a16="http://schemas.microsoft.com/office/drawing/2014/main" id="{FA9083F9-2298-116C-F8DA-53D7D7086CD7}"/>
              </a:ext>
            </a:extLst>
          </p:cNvPr>
          <p:cNvSpPr/>
          <p:nvPr/>
        </p:nvSpPr>
        <p:spPr>
          <a:xfrm>
            <a:off x="3314749" y="1835447"/>
            <a:ext cx="3427762" cy="3404414"/>
          </a:xfrm>
          <a:prstGeom prst="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مستطيل 50">
            <a:extLst>
              <a:ext uri="{FF2B5EF4-FFF2-40B4-BE49-F238E27FC236}">
                <a16:creationId xmlns:a16="http://schemas.microsoft.com/office/drawing/2014/main" id="{896A8AFE-5F02-A8C3-61B5-62E4C0F22FDA}"/>
              </a:ext>
            </a:extLst>
          </p:cNvPr>
          <p:cNvSpPr/>
          <p:nvPr/>
        </p:nvSpPr>
        <p:spPr>
          <a:xfrm>
            <a:off x="7530028" y="1835447"/>
            <a:ext cx="3427762" cy="3404414"/>
          </a:xfrm>
          <a:prstGeom prst="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مستطيل 51">
            <a:extLst>
              <a:ext uri="{FF2B5EF4-FFF2-40B4-BE49-F238E27FC236}">
                <a16:creationId xmlns:a16="http://schemas.microsoft.com/office/drawing/2014/main" id="{72028C0A-4E28-F691-FE30-7F12EC88C3CC}"/>
              </a:ext>
            </a:extLst>
          </p:cNvPr>
          <p:cNvSpPr/>
          <p:nvPr/>
        </p:nvSpPr>
        <p:spPr>
          <a:xfrm>
            <a:off x="11848452" y="6330963"/>
            <a:ext cx="3427762" cy="3404414"/>
          </a:xfrm>
          <a:prstGeom prst="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1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94</Words>
  <Application>Microsoft Office PowerPoint</Application>
  <PresentationFormat>مخصص</PresentationFormat>
  <Paragraphs>23</Paragraphs>
  <Slides>8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5" baseType="lpstr">
      <vt:lpstr>Tajawal</vt:lpstr>
      <vt:lpstr>Arial</vt:lpstr>
      <vt:lpstr>Tahoma</vt:lpstr>
      <vt:lpstr>Tajawal Bold</vt:lpstr>
      <vt:lpstr>Calibri</vt:lpstr>
      <vt:lpstr>Aptos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الملاحظات</dc:title>
  <dc:creator>Renad A. Alzahrani</dc:creator>
  <cp:lastModifiedBy>ضاوي عبدالرحمن ضاوي الشريف</cp:lastModifiedBy>
  <cp:revision>8</cp:revision>
  <dcterms:created xsi:type="dcterms:W3CDTF">2006-08-16T00:00:00Z</dcterms:created>
  <dcterms:modified xsi:type="dcterms:W3CDTF">2026-10-01T12:39:35Z</dcterms:modified>
  <dc:identifier>DAHAEQkoa5s</dc:identifier>
</cp:coreProperties>
</file>